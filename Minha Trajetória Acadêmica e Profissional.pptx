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6"/>
  </p:notesMasterIdLst>
  <p:sldIdLst>
    <p:sldId id="256" r:id="rId3"/>
    <p:sldId id="257" r:id="rId4"/>
    <p:sldId id="258" r:id="rId5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Roboto Slab" panose="020B0604020202020204" charset="0"/>
      <p:regular r:id="rId11"/>
      <p:bold r:id="rId12"/>
    </p:embeddedFont>
    <p:embeddedFont>
      <p:font typeface="Source Sans Pro" panose="020B0503030403020204" pitchFamily="34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bdf86a877_2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g3cbdf86a877_2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bdf86a87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cbdf86a87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bdf86a877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g3cbdf86a877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complete pattern">
  <p:cSld name="BLANK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-26550" y="-14850"/>
            <a:ext cx="9197100" cy="5173200"/>
          </a:xfrm>
          <a:prstGeom prst="rect">
            <a:avLst/>
          </a:prstGeom>
          <a:solidFill>
            <a:srgbClr val="CFD8DC">
              <a:alpha val="48627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4"/>
          <p:cNvSpPr txBox="1">
            <a:spLocks noGrp="1"/>
          </p:cNvSpPr>
          <p:nvPr>
            <p:ph type="sldNum" idx="12"/>
          </p:nvPr>
        </p:nvSpPr>
        <p:spPr>
          <a:xfrm>
            <a:off x="8404384" y="4749850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ctrTitle"/>
          </p:nvPr>
        </p:nvSpPr>
        <p:spPr>
          <a:xfrm>
            <a:off x="1546025" y="1526194"/>
            <a:ext cx="5832600" cy="115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4800"/>
              <a:buFont typeface="Roboto Slab"/>
              <a:buNone/>
              <a:defRPr sz="48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ubTitle" idx="1"/>
          </p:nvPr>
        </p:nvSpPr>
        <p:spPr>
          <a:xfrm>
            <a:off x="1546025" y="2782911"/>
            <a:ext cx="58326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07D8B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rgbClr val="607D8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sldNum" idx="12"/>
          </p:nvPr>
        </p:nvSpPr>
        <p:spPr>
          <a:xfrm>
            <a:off x="8404384" y="4749850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>
            <a:spLocks noGrp="1"/>
          </p:cNvSpPr>
          <p:nvPr>
            <p:ph type="title"/>
          </p:nvPr>
        </p:nvSpPr>
        <p:spPr>
          <a:xfrm>
            <a:off x="786150" y="308119"/>
            <a:ext cx="7571700" cy="7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sldNum" idx="12"/>
          </p:nvPr>
        </p:nvSpPr>
        <p:spPr>
          <a:xfrm>
            <a:off x="8404384" y="4749850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18" descr="connections-05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5945" y="0"/>
            <a:ext cx="684908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8"/>
          <p:cNvSpPr txBox="1">
            <a:spLocks noGrp="1"/>
          </p:cNvSpPr>
          <p:nvPr>
            <p:ph type="body" idx="1"/>
          </p:nvPr>
        </p:nvSpPr>
        <p:spPr>
          <a:xfrm>
            <a:off x="1215300" y="1876050"/>
            <a:ext cx="6713400" cy="8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5720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◎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○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◉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●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○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■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●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○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3600"/>
              <a:buFont typeface="Source Sans Pro"/>
              <a:buChar char="■"/>
              <a:defRPr sz="3600" b="0" i="1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grpSp>
        <p:nvGrpSpPr>
          <p:cNvPr id="70" name="Google Shape;70;p18"/>
          <p:cNvGrpSpPr/>
          <p:nvPr/>
        </p:nvGrpSpPr>
        <p:grpSpPr>
          <a:xfrm>
            <a:off x="3593400" y="805714"/>
            <a:ext cx="1957200" cy="819900"/>
            <a:chOff x="3593400" y="1760085"/>
            <a:chExt cx="1957200" cy="1093200"/>
          </a:xfrm>
        </p:grpSpPr>
        <p:sp>
          <p:nvSpPr>
            <p:cNvPr id="71" name="Google Shape;71;p18"/>
            <p:cNvSpPr txBox="1"/>
            <p:nvPr/>
          </p:nvSpPr>
          <p:spPr>
            <a:xfrm>
              <a:off x="3593400" y="1872097"/>
              <a:ext cx="1957200" cy="8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6000"/>
                <a:buFont typeface="Arial"/>
                <a:buNone/>
              </a:pPr>
              <a:r>
                <a:rPr lang="pt-BR" sz="6000" b="1" i="0" u="none" strike="noStrike" cap="none">
                  <a:solidFill>
                    <a:srgbClr val="0091EA"/>
                  </a:solidFill>
                  <a:latin typeface="Source Sans Pro"/>
                  <a:ea typeface="Source Sans Pro"/>
                  <a:cs typeface="Source Sans Pro"/>
                  <a:sym typeface="Source Sans Pro"/>
                </a:rPr>
                <a:t>“</a:t>
              </a:r>
              <a:endParaRPr sz="60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72" name="Google Shape;72;p18"/>
            <p:cNvSpPr/>
            <p:nvPr/>
          </p:nvSpPr>
          <p:spPr>
            <a:xfrm>
              <a:off x="4025400" y="1760085"/>
              <a:ext cx="1093200" cy="1093200"/>
            </a:xfrm>
            <a:prstGeom prst="ellipse">
              <a:avLst/>
            </a:prstGeom>
            <a:noFill/>
            <a:ln w="9525" cap="flat" cmpd="sng">
              <a:solidFill>
                <a:srgbClr val="CFD8DC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8"/>
            <p:cNvSpPr/>
            <p:nvPr/>
          </p:nvSpPr>
          <p:spPr>
            <a:xfrm>
              <a:off x="4190700" y="1925385"/>
              <a:ext cx="762600" cy="762600"/>
            </a:xfrm>
            <a:prstGeom prst="ellipse">
              <a:avLst/>
            </a:prstGeom>
            <a:noFill/>
            <a:ln w="19050" cap="flat" cmpd="sng">
              <a:solidFill>
                <a:srgbClr val="CFD8D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74" name="Google Shape;74;p18"/>
          <p:cNvCxnSpPr>
            <a:endCxn id="72" idx="1"/>
          </p:cNvCxnSpPr>
          <p:nvPr/>
        </p:nvCxnSpPr>
        <p:spPr>
          <a:xfrm>
            <a:off x="3742095" y="653986"/>
            <a:ext cx="443400" cy="27180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5" name="Google Shape;75;p18"/>
          <p:cNvCxnSpPr/>
          <p:nvPr/>
        </p:nvCxnSpPr>
        <p:spPr>
          <a:xfrm rot="10800000">
            <a:off x="4114800" y="202264"/>
            <a:ext cx="457200" cy="603450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8"/>
          <p:cNvCxnSpPr/>
          <p:nvPr/>
        </p:nvCxnSpPr>
        <p:spPr>
          <a:xfrm rot="10800000" flipH="1">
            <a:off x="4749075" y="564844"/>
            <a:ext cx="95100" cy="261675"/>
          </a:xfrm>
          <a:prstGeom prst="straightConnector1">
            <a:avLst/>
          </a:prstGeom>
          <a:noFill/>
          <a:ln w="9525" cap="flat" cmpd="sng">
            <a:solidFill>
              <a:srgbClr val="CFD8D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-87" y="4749844"/>
            <a:ext cx="91440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786150" y="308119"/>
            <a:ext cx="7571700" cy="7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786150" y="1200150"/>
            <a:ext cx="2419800" cy="372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3329992" y="1200150"/>
            <a:ext cx="2419800" cy="372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body" idx="3"/>
          </p:nvPr>
        </p:nvSpPr>
        <p:spPr>
          <a:xfrm>
            <a:off x="5873834" y="1200150"/>
            <a:ext cx="2419800" cy="372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sldNum" idx="12"/>
          </p:nvPr>
        </p:nvSpPr>
        <p:spPr>
          <a:xfrm>
            <a:off x="8404384" y="4749850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0"/>
          <p:cNvSpPr txBox="1">
            <a:spLocks noGrp="1"/>
          </p:cNvSpPr>
          <p:nvPr>
            <p:ph type="title"/>
          </p:nvPr>
        </p:nvSpPr>
        <p:spPr>
          <a:xfrm>
            <a:off x="786150" y="308119"/>
            <a:ext cx="7571700" cy="7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86" name="Google Shape;86;p20"/>
          <p:cNvSpPr txBox="1">
            <a:spLocks noGrp="1"/>
          </p:cNvSpPr>
          <p:nvPr>
            <p:ph type="sldNum" idx="12"/>
          </p:nvPr>
        </p:nvSpPr>
        <p:spPr>
          <a:xfrm>
            <a:off x="8404384" y="4749850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1"/>
          <p:cNvSpPr txBox="1">
            <a:spLocks noGrp="1"/>
          </p:cNvSpPr>
          <p:nvPr>
            <p:ph type="body" idx="1"/>
          </p:nvPr>
        </p:nvSpPr>
        <p:spPr>
          <a:xfrm>
            <a:off x="457200" y="4055342"/>
            <a:ext cx="8229600" cy="36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None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</a:lstStyle>
          <a:p>
            <a:endParaRPr/>
          </a:p>
        </p:txBody>
      </p:sp>
      <p:sp>
        <p:nvSpPr>
          <p:cNvPr id="89" name="Google Shape;89;p21"/>
          <p:cNvSpPr txBox="1">
            <a:spLocks noGrp="1"/>
          </p:cNvSpPr>
          <p:nvPr>
            <p:ph type="sldNum" idx="12"/>
          </p:nvPr>
        </p:nvSpPr>
        <p:spPr>
          <a:xfrm>
            <a:off x="-92" y="4749844"/>
            <a:ext cx="91440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 txBox="1">
            <a:spLocks noGrp="1"/>
          </p:cNvSpPr>
          <p:nvPr>
            <p:ph type="ctrTitle"/>
          </p:nvPr>
        </p:nvSpPr>
        <p:spPr>
          <a:xfrm>
            <a:off x="1700185" y="1020263"/>
            <a:ext cx="5807400" cy="1159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6000"/>
              <a:buFont typeface="Roboto Slab"/>
              <a:buNone/>
              <a:defRPr sz="6000" b="1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/>
          <p:nvPr/>
        </p:nvSpPr>
        <p:spPr>
          <a:xfrm>
            <a:off x="6897625" y="4649963"/>
            <a:ext cx="126900" cy="9517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2"/>
          <p:cNvSpPr/>
          <p:nvPr/>
        </p:nvSpPr>
        <p:spPr>
          <a:xfrm>
            <a:off x="7454375" y="4229100"/>
            <a:ext cx="126900" cy="9517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2"/>
          <p:cNvSpPr/>
          <p:nvPr/>
        </p:nvSpPr>
        <p:spPr>
          <a:xfrm>
            <a:off x="8827727" y="3448165"/>
            <a:ext cx="75900" cy="5692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2"/>
          <p:cNvSpPr/>
          <p:nvPr/>
        </p:nvSpPr>
        <p:spPr>
          <a:xfrm>
            <a:off x="8677050" y="4933406"/>
            <a:ext cx="126900" cy="9517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2"/>
          <p:cNvSpPr/>
          <p:nvPr/>
        </p:nvSpPr>
        <p:spPr>
          <a:xfrm>
            <a:off x="2972225" y="475050"/>
            <a:ext cx="126900" cy="9517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2"/>
          <p:cNvSpPr/>
          <p:nvPr/>
        </p:nvSpPr>
        <p:spPr>
          <a:xfrm>
            <a:off x="579635" y="2530109"/>
            <a:ext cx="126900" cy="9517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2"/>
          <p:cNvSpPr/>
          <p:nvPr/>
        </p:nvSpPr>
        <p:spPr>
          <a:xfrm>
            <a:off x="311843" y="593639"/>
            <a:ext cx="126900" cy="9517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2"/>
          <p:cNvSpPr/>
          <p:nvPr/>
        </p:nvSpPr>
        <p:spPr>
          <a:xfrm>
            <a:off x="626322" y="1004904"/>
            <a:ext cx="253800" cy="19035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2"/>
          <p:cNvSpPr/>
          <p:nvPr/>
        </p:nvSpPr>
        <p:spPr>
          <a:xfrm>
            <a:off x="8104500" y="3722325"/>
            <a:ext cx="190200" cy="142875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2"/>
          <p:cNvSpPr/>
          <p:nvPr/>
        </p:nvSpPr>
        <p:spPr>
          <a:xfrm>
            <a:off x="8803950" y="4240993"/>
            <a:ext cx="190200" cy="142875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2"/>
          <p:cNvSpPr/>
          <p:nvPr/>
        </p:nvSpPr>
        <p:spPr>
          <a:xfrm>
            <a:off x="196310" y="1493168"/>
            <a:ext cx="75900" cy="5692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2"/>
          <p:cNvSpPr/>
          <p:nvPr/>
        </p:nvSpPr>
        <p:spPr>
          <a:xfrm>
            <a:off x="1738050" y="203491"/>
            <a:ext cx="253800" cy="190350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2"/>
          <p:cNvSpPr/>
          <p:nvPr/>
        </p:nvSpPr>
        <p:spPr>
          <a:xfrm>
            <a:off x="771659" y="1878364"/>
            <a:ext cx="75900" cy="5692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4271584" y="356119"/>
            <a:ext cx="75900" cy="56925"/>
          </a:xfrm>
          <a:prstGeom prst="ellipse">
            <a:avLst/>
          </a:prstGeom>
          <a:solidFill>
            <a:srgbClr val="0091E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7729213" y="4595578"/>
            <a:ext cx="253800" cy="190575"/>
          </a:xfrm>
          <a:prstGeom prst="ellipse">
            <a:avLst/>
          </a:prstGeom>
          <a:noFill/>
          <a:ln w="19050" cap="flat" cmpd="sng">
            <a:solidFill>
              <a:srgbClr val="0091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786150" y="308119"/>
            <a:ext cx="7571700" cy="702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  <a:defRPr sz="2000" b="0" i="0" u="none" strike="noStrike" cap="none">
                <a:solidFill>
                  <a:srgbClr val="0091EA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CFD8DC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FD8DC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rgbClr val="263238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04384" y="4749850"/>
            <a:ext cx="54870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ransition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>
            <a:spLocks noGrp="1"/>
          </p:cNvSpPr>
          <p:nvPr>
            <p:ph type="ctrTitle" idx="4294967295"/>
          </p:nvPr>
        </p:nvSpPr>
        <p:spPr>
          <a:xfrm>
            <a:off x="404400" y="1209475"/>
            <a:ext cx="8140500" cy="11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2000"/>
              <a:buFont typeface="Roboto Slab"/>
              <a:buNone/>
            </a:pPr>
            <a:r>
              <a:rPr lang="pt-BR" sz="4800">
                <a:solidFill>
                  <a:schemeClr val="dk1"/>
                </a:solidFill>
              </a:rPr>
              <a:t>Minha Trajetória Acadêmica e Profissional</a:t>
            </a:r>
            <a:endParaRPr sz="4800" b="0" i="0" u="none" strike="noStrike" cap="none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113" name="Google Shape;113;p23"/>
          <p:cNvSpPr txBox="1"/>
          <p:nvPr/>
        </p:nvSpPr>
        <p:spPr>
          <a:xfrm>
            <a:off x="4369150" y="3569175"/>
            <a:ext cx="5215800" cy="9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pt-BR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Ruann Campos de Castro Farrapo</a:t>
            </a: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3"/>
          <p:cNvSpPr txBox="1">
            <a:spLocks noGrp="1"/>
          </p:cNvSpPr>
          <p:nvPr>
            <p:ph type="sldNum" idx="12"/>
          </p:nvPr>
        </p:nvSpPr>
        <p:spPr>
          <a:xfrm>
            <a:off x="8544910" y="4749850"/>
            <a:ext cx="599090" cy="39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 sz="1300" b="1" i="0" u="none" strike="noStrike" cap="none">
                <a:solidFill>
                  <a:srgbClr val="0091EA"/>
                </a:solidFill>
                <a:latin typeface="Source Sans Pro"/>
                <a:ea typeface="Source Sans Pro"/>
                <a:cs typeface="Source Sans Pro"/>
                <a:sym typeface="Source Sans Pro"/>
              </a:rPr>
              <a:t>1</a:t>
            </a:fld>
            <a:endParaRPr sz="1300" b="1" i="0" u="none" strike="noStrike" cap="none">
              <a:solidFill>
                <a:srgbClr val="0091EA"/>
              </a:solidFill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15" name="Google Shape;11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94825" y="204625"/>
            <a:ext cx="924901" cy="9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/>
        </p:nvSpPr>
        <p:spPr>
          <a:xfrm>
            <a:off x="878850" y="1320125"/>
            <a:ext cx="7386300" cy="30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3000"/>
              <a:buFont typeface="Times New Roman"/>
              <a:buChar char="•"/>
            </a:pPr>
            <a:r>
              <a:rPr lang="pt-BR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Bacharelado em Engenharia da Computação pela UFC</a:t>
            </a:r>
            <a:endParaRPr sz="2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Clr>
                <a:srgbClr val="0091EA"/>
              </a:buClr>
              <a:buSzPts val="3000"/>
              <a:buFont typeface="Times New Roman"/>
              <a:buChar char="•"/>
            </a:pPr>
            <a:r>
              <a:rPr lang="pt-BR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Mestrado em Engenharia da Computação pela UFC</a:t>
            </a:r>
            <a:endParaRPr sz="2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Times New Roman"/>
              <a:buChar char="○"/>
            </a:pPr>
            <a:r>
              <a:rPr lang="pt-BR" sz="2000" b="1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Minhas duas pesquisas foram focadas em Inteligência Artificial (TCC e Dissertação);</a:t>
            </a:r>
            <a:endParaRPr sz="2000" b="1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2000"/>
              <a:buFont typeface="Times New Roman"/>
              <a:buChar char="○"/>
            </a:pPr>
            <a:r>
              <a:rPr lang="pt-BR" sz="20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Cursos e formações;</a:t>
            </a:r>
            <a:endParaRPr sz="2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24"/>
          <p:cNvSpPr txBox="1">
            <a:spLocks noGrp="1"/>
          </p:cNvSpPr>
          <p:nvPr>
            <p:ph type="sldNum" idx="12"/>
          </p:nvPr>
        </p:nvSpPr>
        <p:spPr>
          <a:xfrm>
            <a:off x="8404384" y="4677103"/>
            <a:ext cx="7395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3</a:t>
            </a:r>
            <a:endParaRPr/>
          </a:p>
        </p:txBody>
      </p:sp>
      <p:sp>
        <p:nvSpPr>
          <p:cNvPr id="122" name="Google Shape;122;p24"/>
          <p:cNvSpPr txBox="1"/>
          <p:nvPr/>
        </p:nvSpPr>
        <p:spPr>
          <a:xfrm>
            <a:off x="225450" y="371825"/>
            <a:ext cx="8234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>
                <a:solidFill>
                  <a:srgbClr val="005AE9"/>
                </a:solidFill>
                <a:latin typeface="Calibri"/>
                <a:ea typeface="Calibri"/>
                <a:cs typeface="Calibri"/>
                <a:sym typeface="Calibri"/>
              </a:rPr>
              <a:t>Formação Acadêmica  </a:t>
            </a:r>
            <a:endParaRPr sz="4000" b="1" i="0" u="none" strike="noStrike" cap="none">
              <a:solidFill>
                <a:srgbClr val="005A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3" name="Google Shape;123;p24"/>
          <p:cNvPicPr preferRelativeResize="0"/>
          <p:nvPr/>
        </p:nvPicPr>
        <p:blipFill rotWithShape="1">
          <a:blip r:embed="rId3">
            <a:alphaModFix/>
          </a:blip>
          <a:srcRect l="6655" t="10586"/>
          <a:stretch/>
        </p:blipFill>
        <p:spPr>
          <a:xfrm>
            <a:off x="6450575" y="3204575"/>
            <a:ext cx="2693300" cy="193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94825" y="204625"/>
            <a:ext cx="924901" cy="9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>
            <a:spLocks noGrp="1"/>
          </p:cNvSpPr>
          <p:nvPr>
            <p:ph type="sldNum" idx="12"/>
          </p:nvPr>
        </p:nvSpPr>
        <p:spPr>
          <a:xfrm>
            <a:off x="8404384" y="4677103"/>
            <a:ext cx="7395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pt-BR"/>
              <a:t>3</a:t>
            </a:r>
            <a:endParaRPr/>
          </a:p>
        </p:txBody>
      </p:sp>
      <p:sp>
        <p:nvSpPr>
          <p:cNvPr id="130" name="Google Shape;130;p25"/>
          <p:cNvSpPr txBox="1"/>
          <p:nvPr/>
        </p:nvSpPr>
        <p:spPr>
          <a:xfrm>
            <a:off x="225450" y="371825"/>
            <a:ext cx="8234100" cy="8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pt-BR" sz="4000" b="1">
                <a:solidFill>
                  <a:srgbClr val="005AE9"/>
                </a:solidFill>
                <a:latin typeface="Calibri"/>
                <a:ea typeface="Calibri"/>
                <a:cs typeface="Calibri"/>
                <a:sym typeface="Calibri"/>
              </a:rPr>
              <a:t>Experiências Profissionais</a:t>
            </a:r>
            <a:endParaRPr sz="4000" b="1" i="0" u="none" strike="noStrike" cap="none">
              <a:solidFill>
                <a:srgbClr val="005AE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1" name="Google Shape;13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68700" y="1854137"/>
            <a:ext cx="4154450" cy="999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0875" y="3551394"/>
            <a:ext cx="3809076" cy="11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813" y="1873925"/>
            <a:ext cx="2966519" cy="84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64355" y="3422925"/>
            <a:ext cx="3340019" cy="119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894825" y="204625"/>
            <a:ext cx="924901" cy="924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ordelia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</Words>
  <Application>Microsoft Office PowerPoint</Application>
  <PresentationFormat>Apresentação na tela (16:9)</PresentationFormat>
  <Paragraphs>11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3</vt:i4>
      </vt:variant>
    </vt:vector>
  </HeadingPairs>
  <TitlesOfParts>
    <vt:vector size="10" baseType="lpstr">
      <vt:lpstr>Times New Roman</vt:lpstr>
      <vt:lpstr>Source Sans Pro</vt:lpstr>
      <vt:lpstr>Calibri</vt:lpstr>
      <vt:lpstr>Roboto Slab</vt:lpstr>
      <vt:lpstr>Arial</vt:lpstr>
      <vt:lpstr>Simple Light</vt:lpstr>
      <vt:lpstr>Cordelia template</vt:lpstr>
      <vt:lpstr>Minha Trajetória Acadêmica e Profissional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Minha Trajetória Acadêmica e Profissional</dc:title>
  <cp:lastModifiedBy>Ruann Campos</cp:lastModifiedBy>
  <cp:revision>1</cp:revision>
  <dcterms:modified xsi:type="dcterms:W3CDTF">2026-02-28T13:26:09Z</dcterms:modified>
</cp:coreProperties>
</file>